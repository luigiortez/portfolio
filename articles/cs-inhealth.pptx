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0" r:id="rId1"/>
  </p:sldMasterIdLst>
  <p:sldIdLst>
    <p:sldId id="256" r:id="rId2"/>
    <p:sldId id="262" r:id="rId3"/>
    <p:sldId id="257" r:id="rId4"/>
    <p:sldId id="259" r:id="rId5"/>
    <p:sldId id="260" r:id="rId6"/>
    <p:sldId id="261"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BE2375-1714-3340-8C06-898EE8BF2CEB}" v="32" dt="2021-11-30T06:13:10.0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76"/>
  </p:normalViewPr>
  <p:slideViewPr>
    <p:cSldViewPr snapToGrid="0" snapToObjects="1">
      <p:cViewPr varScale="1">
        <p:scale>
          <a:sx n="106" d="100"/>
          <a:sy n="106" d="100"/>
        </p:scale>
        <p:origin x="79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23FEA57E-7C1A-457B-A4CD-5DCEB057B502}" type="datetime1">
              <a:rPr lang="en-US" smtClean="0"/>
              <a:t>11/30/21</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202533273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1AF2CE-4F37-411C-A3EE-BBBE223265BF}" type="datetime1">
              <a:rPr lang="en-US" smtClean="0"/>
              <a:t>11/30/21</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78259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C96083D4-708C-4BB5-B4FD-30CE9FA12FD5}" type="datetime1">
              <a:rPr lang="en-US" smtClean="0"/>
              <a:t>11/30/21</a:t>
            </a:fld>
            <a:endParaRPr lang="en-US"/>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377306290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D0D239B2-65BC-4C2A-A62B-3EABFE9590E4}" type="datetime1">
              <a:rPr lang="en-US" smtClean="0"/>
              <a:t>11/30/21</a:t>
            </a:fld>
            <a:endParaRPr lang="en-US"/>
          </a:p>
        </p:txBody>
      </p:sp>
      <p:sp>
        <p:nvSpPr>
          <p:cNvPr id="9" name="Footer Placeholder 8"/>
          <p:cNvSpPr>
            <a:spLocks noGrp="1"/>
          </p:cNvSpPr>
          <p:nvPr>
            <p:ph type="ftr" sz="quarter" idx="11"/>
          </p:nvPr>
        </p:nvSpPr>
        <p:spPr/>
        <p:txBody>
          <a:bodyPr/>
          <a:lstStyle/>
          <a:p>
            <a:r>
              <a:rPr lang="en-US"/>
              <a:t>Sample Footer Text</a:t>
            </a:r>
          </a:p>
        </p:txBody>
      </p:sp>
      <p:sp>
        <p:nvSpPr>
          <p:cNvPr id="10" name="Slide Number Placeholder 9"/>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07627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D3FE42E8-8B57-452D-A122-4DCE9AC771EF}" type="datetime1">
              <a:rPr lang="en-US" smtClean="0"/>
              <a:t>11/30/21</a:t>
            </a:fld>
            <a:endParaRPr lang="en-US"/>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F8E28480-1C08-4458-AD97-0283E6FFD09D}"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31783127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761515-4A26-4F31-9F61-5A10B1FABBFC}" type="datetime1">
              <a:rPr lang="en-US" smtClean="0"/>
              <a:t>11/30/21</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028617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5DC65-7D1F-4BAB-9695-F7E734143E14}" type="datetime1">
              <a:rPr lang="en-US" smtClean="0"/>
              <a:t>11/30/21</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498966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7E624077-BD55-4036-8E92-6558FDF3B653}" type="datetime1">
              <a:rPr lang="en-US" smtClean="0"/>
              <a:t>11/30/21</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r>
              <a:rPr lang="en-US"/>
              <a:t>Sample Footer Text</a:t>
            </a:r>
          </a:p>
        </p:txBody>
      </p:sp>
      <p:sp>
        <p:nvSpPr>
          <p:cNvPr id="11" name="Slide Number Placeholder 10"/>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659224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804225F2-7107-4609-BCC2-77C63064A5E8}" type="datetime1">
              <a:rPr lang="en-US" smtClean="0"/>
              <a:t>11/30/21</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4017143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789749-A4CD-447F-8298-2B7988C91CEA}" type="datetime1">
              <a:rPr lang="en-US" smtClean="0"/>
              <a:t>11/30/21</a:t>
            </a:fld>
            <a:endParaRPr lang="en-US"/>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320054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0444D3-C0BA-4587-A56C-581AB9F841BE}" type="datetime1">
              <a:rPr lang="en-US" smtClean="0"/>
              <a:t>11/30/21</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332033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D3FE42E8-8B57-452D-A122-4DCE9AC771EF}" type="datetime1">
              <a:rPr lang="en-US" smtClean="0"/>
              <a:t>11/30/21</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8E28480-1C08-4458-AD97-0283E6FFD09D}" type="slidenum">
              <a:rPr lang="en-US" smtClean="0"/>
              <a:pPr/>
              <a:t>‹#›</a:t>
            </a:fld>
            <a:endParaRPr lang="en-US"/>
          </a:p>
        </p:txBody>
      </p:sp>
    </p:spTree>
    <p:extLst>
      <p:ext uri="{BB962C8B-B14F-4D97-AF65-F5344CB8AC3E}">
        <p14:creationId xmlns:p14="http://schemas.microsoft.com/office/powerpoint/2010/main" val="1251891943"/>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computersciencedegreehub.com/best/online-masters-progra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bestcomputersciencedegrees.com/faq/what-computer-science-jobs-are-in-the-health-industry/" TargetMode="External"/><Relationship Id="rId2" Type="http://schemas.openxmlformats.org/officeDocument/2006/relationships/hyperlink" Target="https://www.enukesoftware.com/blog/which-is-best-programming-language-for-healthcare-apps.html" TargetMode="External"/><Relationship Id="rId1" Type="http://schemas.openxmlformats.org/officeDocument/2006/relationships/slideLayout" Target="../slideLayouts/slideLayout2.xml"/><Relationship Id="rId4" Type="http://schemas.openxmlformats.org/officeDocument/2006/relationships/hyperlink" Target="https://www.computersciencedegreehub.com/faq/role-healthcare-industry-computer-programme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bstract background of blue mesh and nodes">
            <a:extLst>
              <a:ext uri="{FF2B5EF4-FFF2-40B4-BE49-F238E27FC236}">
                <a16:creationId xmlns:a16="http://schemas.microsoft.com/office/drawing/2014/main" id="{474CEC4E-8B51-44F3-8F95-BE8D4B576B6E}"/>
              </a:ext>
            </a:extLst>
          </p:cNvPr>
          <p:cNvPicPr>
            <a:picLocks noChangeAspect="1"/>
          </p:cNvPicPr>
          <p:nvPr/>
        </p:nvPicPr>
        <p:blipFill rotWithShape="1">
          <a:blip r:embed="rId2"/>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CB31522A-1D02-664D-B27C-D981ECB5D416}"/>
              </a:ext>
            </a:extLst>
          </p:cNvPr>
          <p:cNvSpPr>
            <a:spLocks noGrp="1"/>
          </p:cNvSpPr>
          <p:nvPr>
            <p:ph type="ctrTitle"/>
          </p:nvPr>
        </p:nvSpPr>
        <p:spPr>
          <a:xfrm>
            <a:off x="1600199" y="1953607"/>
            <a:ext cx="8991600" cy="1645920"/>
          </a:xfrm>
          <a:solidFill>
            <a:schemeClr val="bg1">
              <a:alpha val="60000"/>
            </a:schemeClr>
          </a:solidFill>
          <a:ln w="38100" cap="sq">
            <a:solidFill>
              <a:schemeClr val="tx1"/>
            </a:solidFill>
            <a:miter lim="800000"/>
          </a:ln>
        </p:spPr>
        <p:txBody>
          <a:bodyPr anchor="ctr">
            <a:normAutofit/>
          </a:bodyPr>
          <a:lstStyle/>
          <a:p>
            <a:r>
              <a:rPr lang="en-US" sz="3200">
                <a:solidFill>
                  <a:schemeClr val="tx1"/>
                </a:solidFill>
                <a:latin typeface="Times New Roman" panose="02020603050405020304" pitchFamily="18" charset="0"/>
                <a:cs typeface="Times New Roman" panose="02020603050405020304" pitchFamily="18" charset="0"/>
              </a:rPr>
              <a:t>How Computer Science Has impacted the healthcare system</a:t>
            </a:r>
          </a:p>
        </p:txBody>
      </p:sp>
      <p:sp>
        <p:nvSpPr>
          <p:cNvPr id="3" name="TextBox 2">
            <a:extLst>
              <a:ext uri="{FF2B5EF4-FFF2-40B4-BE49-F238E27FC236}">
                <a16:creationId xmlns:a16="http://schemas.microsoft.com/office/drawing/2014/main" id="{69FED00C-99EE-864D-B263-A767F7BE1D1E}"/>
              </a:ext>
            </a:extLst>
          </p:cNvPr>
          <p:cNvSpPr txBox="1"/>
          <p:nvPr/>
        </p:nvSpPr>
        <p:spPr>
          <a:xfrm>
            <a:off x="312821" y="5955632"/>
            <a:ext cx="3489158" cy="369332"/>
          </a:xfrm>
          <a:prstGeom prst="rect">
            <a:avLst/>
          </a:prstGeom>
          <a:noFill/>
        </p:spPr>
        <p:txBody>
          <a:bodyPr wrap="square" rtlCol="0">
            <a:spAutoFit/>
          </a:bodyPr>
          <a:lstStyle/>
          <a:p>
            <a:r>
              <a:rPr lang="en-US" dirty="0"/>
              <a:t>LUIS ORTEZ</a:t>
            </a:r>
          </a:p>
        </p:txBody>
      </p:sp>
      <p:sp>
        <p:nvSpPr>
          <p:cNvPr id="5" name="TextBox 4">
            <a:extLst>
              <a:ext uri="{FF2B5EF4-FFF2-40B4-BE49-F238E27FC236}">
                <a16:creationId xmlns:a16="http://schemas.microsoft.com/office/drawing/2014/main" id="{16C5A899-C920-1A43-B30E-5E5F04FDD3D0}"/>
              </a:ext>
            </a:extLst>
          </p:cNvPr>
          <p:cNvSpPr txBox="1"/>
          <p:nvPr/>
        </p:nvSpPr>
        <p:spPr>
          <a:xfrm>
            <a:off x="9178089" y="5911698"/>
            <a:ext cx="2827421" cy="369332"/>
          </a:xfrm>
          <a:prstGeom prst="rect">
            <a:avLst/>
          </a:prstGeom>
          <a:noFill/>
        </p:spPr>
        <p:txBody>
          <a:bodyPr wrap="square" rtlCol="0">
            <a:spAutoFit/>
          </a:bodyPr>
          <a:lstStyle/>
          <a:p>
            <a:r>
              <a:rPr lang="en-US" dirty="0"/>
              <a:t>10/27/2021</a:t>
            </a:r>
          </a:p>
        </p:txBody>
      </p:sp>
    </p:spTree>
    <p:extLst>
      <p:ext uri="{BB962C8B-B14F-4D97-AF65-F5344CB8AC3E}">
        <p14:creationId xmlns:p14="http://schemas.microsoft.com/office/powerpoint/2010/main" val="387120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7FE4C-6278-4345-96A6-9C19CDE877E7}"/>
              </a:ext>
            </a:extLst>
          </p:cNvPr>
          <p:cNvSpPr>
            <a:spLocks noGrp="1"/>
          </p:cNvSpPr>
          <p:nvPr>
            <p:ph type="title"/>
          </p:nvPr>
        </p:nvSpPr>
        <p:spPr/>
        <p:txBody>
          <a:bodyPr/>
          <a:lstStyle/>
          <a:p>
            <a:r>
              <a:rPr lang="en-US" dirty="0"/>
              <a:t>Languages used in healthcare</a:t>
            </a:r>
          </a:p>
        </p:txBody>
      </p:sp>
      <p:sp>
        <p:nvSpPr>
          <p:cNvPr id="3" name="Content Placeholder 2">
            <a:extLst>
              <a:ext uri="{FF2B5EF4-FFF2-40B4-BE49-F238E27FC236}">
                <a16:creationId xmlns:a16="http://schemas.microsoft.com/office/drawing/2014/main" id="{E737BB98-909D-9B41-81E2-08BA29410FF6}"/>
              </a:ext>
            </a:extLst>
          </p:cNvPr>
          <p:cNvSpPr>
            <a:spLocks noGrp="1"/>
          </p:cNvSpPr>
          <p:nvPr>
            <p:ph idx="1"/>
          </p:nvPr>
        </p:nvSpPr>
        <p:spPr/>
        <p:txBody>
          <a:bodyPr/>
          <a:lstStyle/>
          <a:p>
            <a:r>
              <a:rPr lang="en-US" dirty="0"/>
              <a:t>Java (Expected to be replace by Kotlin)</a:t>
            </a:r>
          </a:p>
          <a:p>
            <a:r>
              <a:rPr lang="en-US" dirty="0"/>
              <a:t>Python </a:t>
            </a:r>
          </a:p>
          <a:p>
            <a:r>
              <a:rPr lang="en-US" dirty="0"/>
              <a:t>SQL </a:t>
            </a:r>
          </a:p>
          <a:p>
            <a:r>
              <a:rPr lang="en-US" dirty="0"/>
              <a:t>HTML (Used for mostly websites) </a:t>
            </a:r>
          </a:p>
          <a:p>
            <a:r>
              <a:rPr lang="en-US"/>
              <a:t>Kotlin </a:t>
            </a:r>
            <a:r>
              <a:rPr lang="en-US" dirty="0"/>
              <a:t>(Android based Language) </a:t>
            </a:r>
          </a:p>
          <a:p>
            <a:r>
              <a:rPr lang="en-US" dirty="0"/>
              <a:t>Swift (IOS Based Language)</a:t>
            </a:r>
          </a:p>
        </p:txBody>
      </p:sp>
    </p:spTree>
    <p:extLst>
      <p:ext uri="{BB962C8B-B14F-4D97-AF65-F5344CB8AC3E}">
        <p14:creationId xmlns:p14="http://schemas.microsoft.com/office/powerpoint/2010/main" val="96482706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A3764AE-D7B7-4CB5-A0E1-2885E459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329C095C-3AB6-49D8-9436-3672566FE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1BA29C6-B3EF-E942-AC7A-230033DCCE59}"/>
              </a:ext>
            </a:extLst>
          </p:cNvPr>
          <p:cNvSpPr>
            <a:spLocks noGrp="1"/>
          </p:cNvSpPr>
          <p:nvPr>
            <p:ph idx="1"/>
          </p:nvPr>
        </p:nvSpPr>
        <p:spPr>
          <a:xfrm>
            <a:off x="5297763" y="973600"/>
            <a:ext cx="5826919" cy="4924280"/>
          </a:xfrm>
        </p:spPr>
        <p:txBody>
          <a:bodyPr anchor="ctr">
            <a:normAutofit/>
          </a:bodyPr>
          <a:lstStyle/>
          <a:p>
            <a:pPr fontAlgn="base">
              <a:lnSpc>
                <a:spcPct val="90000"/>
              </a:lnSpc>
            </a:pPr>
            <a:r>
              <a:rPr lang="en-US" sz="1700" dirty="0">
                <a:solidFill>
                  <a:schemeClr val="tx1"/>
                </a:solidFill>
              </a:rPr>
              <a:t>Today’s healthcare industry uses computers in a much more sophisticated way, and lab scientists are no longer required to analyze the data collected by computers in a research laboratory. These days, patients and doctors can log into Web-based information portals to coordinate treatment plans and schedule appointments. Patients are also increasingly using mobile and wearable devices to stay on regular dosage schedules and monitor vital information such as heart rate and blood pressure.</a:t>
            </a:r>
          </a:p>
          <a:p>
            <a:pPr fontAlgn="base">
              <a:lnSpc>
                <a:spcPct val="90000"/>
              </a:lnSpc>
            </a:pPr>
            <a:r>
              <a:rPr lang="en-US" sz="1700" dirty="0">
                <a:solidFill>
                  <a:schemeClr val="tx1"/>
                </a:solidFill>
              </a:rPr>
              <a:t>Programming jobs in the medical field fall into two categories: research and software engineering. The work performed by computer science researchers varies depending on where they work. Researchers working in hospitals and universities are usually the ones working on cutting-edge technology that will be published in scientific journals and used by anyone who needs it. This work is mostly general and theoretical, and it isn’t intended to be used in any particular product. Funding for this research comes from government grants, so the research is made public after it’s finished.</a:t>
            </a:r>
          </a:p>
          <a:p>
            <a:pPr>
              <a:lnSpc>
                <a:spcPct val="90000"/>
              </a:lnSpc>
            </a:pPr>
            <a:endParaRPr lang="en-US" sz="1700" dirty="0">
              <a:solidFill>
                <a:schemeClr val="tx1"/>
              </a:solidFill>
            </a:endParaRPr>
          </a:p>
        </p:txBody>
      </p:sp>
      <p:sp>
        <p:nvSpPr>
          <p:cNvPr id="4" name="TextBox 3">
            <a:extLst>
              <a:ext uri="{FF2B5EF4-FFF2-40B4-BE49-F238E27FC236}">
                <a16:creationId xmlns:a16="http://schemas.microsoft.com/office/drawing/2014/main" id="{4C34DB86-B122-5643-86E1-D74B73BF4060}"/>
              </a:ext>
            </a:extLst>
          </p:cNvPr>
          <p:cNvSpPr txBox="1"/>
          <p:nvPr/>
        </p:nvSpPr>
        <p:spPr>
          <a:xfrm>
            <a:off x="1137684" y="2222205"/>
            <a:ext cx="2449294" cy="646331"/>
          </a:xfrm>
          <a:prstGeom prst="rect">
            <a:avLst/>
          </a:prstGeom>
          <a:noFill/>
        </p:spPr>
        <p:txBody>
          <a:bodyPr wrap="square" rtlCol="0">
            <a:spAutoFit/>
          </a:bodyPr>
          <a:lstStyle/>
          <a:p>
            <a:r>
              <a:rPr lang="en-US" dirty="0"/>
              <a:t>Today’s Healthcare Industry</a:t>
            </a:r>
          </a:p>
        </p:txBody>
      </p:sp>
    </p:spTree>
    <p:extLst>
      <p:ext uri="{BB962C8B-B14F-4D97-AF65-F5344CB8AC3E}">
        <p14:creationId xmlns:p14="http://schemas.microsoft.com/office/powerpoint/2010/main" val="1846241705"/>
      </p:ext>
    </p:extLst>
  </p:cSld>
  <p:clrMapOvr>
    <a:overrideClrMapping bg1="dk1" tx1="lt1" bg2="dk2" tx2="lt2" accent1="accent1" accent2="accent2" accent3="accent3" accent4="accent4" accent5="accent5" accent6="accent6" hlink="hlink" folHlink="folHlink"/>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08DEA-DE0A-3541-8713-5EB91355A018}"/>
              </a:ext>
            </a:extLst>
          </p:cNvPr>
          <p:cNvSpPr>
            <a:spLocks noGrp="1"/>
          </p:cNvSpPr>
          <p:nvPr>
            <p:ph type="title"/>
          </p:nvPr>
        </p:nvSpPr>
        <p:spPr>
          <a:xfrm>
            <a:off x="537563" y="2099144"/>
            <a:ext cx="3610691" cy="2673194"/>
          </a:xfrm>
          <a:noFill/>
          <a:ln>
            <a:solidFill>
              <a:schemeClr val="tx1">
                <a:lumMod val="85000"/>
                <a:lumOff val="15000"/>
              </a:schemeClr>
            </a:solidFill>
          </a:ln>
        </p:spPr>
        <p:txBody>
          <a:bodyPr>
            <a:normAutofit/>
          </a:bodyPr>
          <a:lstStyle/>
          <a:p>
            <a:r>
              <a:rPr lang="en-US" sz="2400" dirty="0">
                <a:solidFill>
                  <a:schemeClr val="tx1">
                    <a:lumMod val="95000"/>
                    <a:lumOff val="5000"/>
                  </a:schemeClr>
                </a:solidFill>
              </a:rPr>
              <a:t>Students interested working in healthcare</a:t>
            </a:r>
          </a:p>
        </p:txBody>
      </p:sp>
      <p:sp>
        <p:nvSpPr>
          <p:cNvPr id="3" name="Content Placeholder 2">
            <a:extLst>
              <a:ext uri="{FF2B5EF4-FFF2-40B4-BE49-F238E27FC236}">
                <a16:creationId xmlns:a16="http://schemas.microsoft.com/office/drawing/2014/main" id="{BC4B5563-2451-D741-88E9-418ED9AF76FF}"/>
              </a:ext>
            </a:extLst>
          </p:cNvPr>
          <p:cNvSpPr>
            <a:spLocks noGrp="1"/>
          </p:cNvSpPr>
          <p:nvPr>
            <p:ph idx="1"/>
          </p:nvPr>
        </p:nvSpPr>
        <p:spPr>
          <a:xfrm>
            <a:off x="5297763" y="973600"/>
            <a:ext cx="5826919" cy="4924280"/>
          </a:xfrm>
        </p:spPr>
        <p:txBody>
          <a:bodyPr anchor="ctr">
            <a:normAutofit/>
          </a:bodyPr>
          <a:lstStyle/>
          <a:p>
            <a:r>
              <a:rPr lang="en-US" dirty="0"/>
              <a:t>Programmers working in these areas develop medical technology such as robots, database models and medical software, and the level of education required depends on where they work. Private companies usually require a </a:t>
            </a:r>
            <a:r>
              <a:rPr lang="en-US" dirty="0">
                <a:hlinkClick r:id="rId2"/>
              </a:rPr>
              <a:t>master’s in computer science degree</a:t>
            </a:r>
            <a:r>
              <a:rPr lang="en-US" dirty="0"/>
              <a:t> but may hire candidates with only a bachelor’s degree in some cases. Universities usually require a PhD but may hire master’s degree holders to do research, especially if they’re PhD students of the university.</a:t>
            </a:r>
            <a:endParaRPr lang="en-US" dirty="0">
              <a:solidFill>
                <a:schemeClr val="tx1"/>
              </a:solidFill>
            </a:endParaRPr>
          </a:p>
        </p:txBody>
      </p:sp>
    </p:spTree>
    <p:extLst>
      <p:ext uri="{BB962C8B-B14F-4D97-AF65-F5344CB8AC3E}">
        <p14:creationId xmlns:p14="http://schemas.microsoft.com/office/powerpoint/2010/main" val="1321600693"/>
      </p:ext>
    </p:extLst>
  </p:cSld>
  <p:clrMapOvr>
    <a:overrideClrMapping bg1="dk1" tx1="lt1" bg2="dk2" tx2="lt2" accent1="accent1" accent2="accent2" accent3="accent3" accent4="accent4" accent5="accent5" accent6="accent6" hlink="hlink" folHlink="folHlink"/>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8990A-E42B-E740-A334-FCD2182997AD}"/>
              </a:ext>
            </a:extLst>
          </p:cNvPr>
          <p:cNvSpPr>
            <a:spLocks noGrp="1"/>
          </p:cNvSpPr>
          <p:nvPr>
            <p:ph type="title"/>
          </p:nvPr>
        </p:nvSpPr>
        <p:spPr>
          <a:xfrm>
            <a:off x="829781" y="2708804"/>
            <a:ext cx="3698803" cy="1440394"/>
          </a:xfrm>
          <a:noFill/>
          <a:ln>
            <a:solidFill>
              <a:schemeClr val="tx1"/>
            </a:solidFill>
          </a:ln>
        </p:spPr>
        <p:txBody>
          <a:bodyPr>
            <a:normAutofit/>
          </a:bodyPr>
          <a:lstStyle/>
          <a:p>
            <a:r>
              <a:rPr lang="en-US" sz="2400" dirty="0">
                <a:solidFill>
                  <a:schemeClr val="tx1"/>
                </a:solidFill>
              </a:rPr>
              <a:t>How it has help during corona</a:t>
            </a:r>
          </a:p>
        </p:txBody>
      </p:sp>
      <p:sp>
        <p:nvSpPr>
          <p:cNvPr id="3" name="Content Placeholder 2">
            <a:extLst>
              <a:ext uri="{FF2B5EF4-FFF2-40B4-BE49-F238E27FC236}">
                <a16:creationId xmlns:a16="http://schemas.microsoft.com/office/drawing/2014/main" id="{1B4F1A42-F8B4-634C-BB3E-DB12D37B562B}"/>
              </a:ext>
            </a:extLst>
          </p:cNvPr>
          <p:cNvSpPr>
            <a:spLocks noGrp="1"/>
          </p:cNvSpPr>
          <p:nvPr>
            <p:ph idx="1"/>
          </p:nvPr>
        </p:nvSpPr>
        <p:spPr>
          <a:xfrm>
            <a:off x="6049182" y="802638"/>
            <a:ext cx="5408696" cy="5252722"/>
          </a:xfrm>
        </p:spPr>
        <p:txBody>
          <a:bodyPr anchor="ctr">
            <a:normAutofit/>
          </a:bodyPr>
          <a:lstStyle/>
          <a:p>
            <a:r>
              <a:rPr lang="en-US" b="1" dirty="0">
                <a:solidFill>
                  <a:schemeClr val="bg1"/>
                </a:solidFill>
                <a:latin typeface="Times New Roman" panose="02020603050405020304" pitchFamily="18" charset="0"/>
                <a:cs typeface="Times New Roman" panose="02020603050405020304" pitchFamily="18" charset="0"/>
              </a:rPr>
              <a:t>Remote health exams.</a:t>
            </a:r>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The concept behind the health check chair is simple: an in-home chair reads all of a patient’s basic vitals and transmits the data to a physician. The chair makes it possible for patients to obtain regular, basic checkups without leaving the comfort of their homes. As developers find new ways to produce this equipment in more cost-effective ways, the technology will likely become more mainstream.</a:t>
            </a:r>
          </a:p>
          <a:p>
            <a:endParaRPr lang="en-US" dirty="0">
              <a:solidFill>
                <a:schemeClr val="bg1"/>
              </a:solidFill>
            </a:endParaRPr>
          </a:p>
        </p:txBody>
      </p:sp>
    </p:spTree>
    <p:extLst>
      <p:ext uri="{BB962C8B-B14F-4D97-AF65-F5344CB8AC3E}">
        <p14:creationId xmlns:p14="http://schemas.microsoft.com/office/powerpoint/2010/main" val="3473667536"/>
      </p:ext>
    </p:extLst>
  </p:cSld>
  <p:clrMapOvr>
    <a:overrideClrMapping bg1="dk1" tx1="lt1" bg2="dk2" tx2="lt2" accent1="accent1" accent2="accent2" accent3="accent3" accent4="accent4" accent5="accent5" accent6="accent6" hlink="hlink" folHlink="folHlink"/>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A3764AE-D7B7-4CB5-A0E1-2885E459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C6B048-BDA0-BB43-8F9A-9D5F7648C1EC}"/>
              </a:ext>
            </a:extLst>
          </p:cNvPr>
          <p:cNvSpPr>
            <a:spLocks noGrp="1"/>
          </p:cNvSpPr>
          <p:nvPr>
            <p:ph type="title"/>
          </p:nvPr>
        </p:nvSpPr>
        <p:spPr>
          <a:xfrm>
            <a:off x="537563" y="2099144"/>
            <a:ext cx="3610691" cy="2673194"/>
          </a:xfrm>
          <a:noFill/>
          <a:ln>
            <a:solidFill>
              <a:schemeClr val="tx1">
                <a:lumMod val="85000"/>
                <a:lumOff val="15000"/>
              </a:schemeClr>
            </a:solidFill>
          </a:ln>
        </p:spPr>
        <p:txBody>
          <a:bodyPr>
            <a:normAutofit/>
          </a:bodyPr>
          <a:lstStyle/>
          <a:p>
            <a:r>
              <a:rPr lang="en-US" sz="2400" dirty="0">
                <a:solidFill>
                  <a:schemeClr val="tx1">
                    <a:lumMod val="95000"/>
                    <a:lumOff val="5000"/>
                  </a:schemeClr>
                </a:solidFill>
              </a:rPr>
              <a:t>Computer science jobs in the healthcare system</a:t>
            </a:r>
          </a:p>
        </p:txBody>
      </p:sp>
      <p:sp useBgFill="1">
        <p:nvSpPr>
          <p:cNvPr id="10" name="Rectangle 9">
            <a:extLst>
              <a:ext uri="{FF2B5EF4-FFF2-40B4-BE49-F238E27FC236}">
                <a16:creationId xmlns:a16="http://schemas.microsoft.com/office/drawing/2014/main" id="{329C095C-3AB6-49D8-9436-3672566FE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E5A24C1-9164-D841-944D-689DB60F72A1}"/>
              </a:ext>
            </a:extLst>
          </p:cNvPr>
          <p:cNvSpPr>
            <a:spLocks noGrp="1"/>
          </p:cNvSpPr>
          <p:nvPr>
            <p:ph idx="1"/>
          </p:nvPr>
        </p:nvSpPr>
        <p:spPr>
          <a:xfrm>
            <a:off x="5397776" y="428625"/>
            <a:ext cx="5826919" cy="5929313"/>
          </a:xfrm>
        </p:spPr>
        <p:txBody>
          <a:bodyPr anchor="ctr">
            <a:normAutofit lnSpcReduction="10000"/>
          </a:bodyPr>
          <a:lstStyle/>
          <a:p>
            <a:endParaRPr lang="en-US" dirty="0"/>
          </a:p>
          <a:p>
            <a:endParaRPr lang="en-US" dirty="0"/>
          </a:p>
          <a:p>
            <a:endParaRPr lang="en-US" dirty="0"/>
          </a:p>
          <a:p>
            <a:r>
              <a:rPr lang="en-US" dirty="0"/>
              <a:t>Biotechnology Development and Research: Biotechnology is perhaps the fastest-growing area of the computer science field, followed closely by wearables and mobile devices</a:t>
            </a:r>
          </a:p>
          <a:p>
            <a:r>
              <a:rPr lang="en-US" dirty="0"/>
              <a:t>Custom Application Development for Hospitals and Clinics: These custom applications are a job for computer scientists, who have often had far more extensive computer programming training than IT professionals or those who work in management information systems.</a:t>
            </a:r>
          </a:p>
          <a:p>
            <a:r>
              <a:rPr lang="en-US" dirty="0"/>
              <a:t>Database Administration and Troubleshooting: Computer science focuses quite heavily on the importance of a well-maintained database, and for this reason most hospitals hire professionals with a background in this field to oversee patient records, physician notes, contracts with pharmaceutical companies, and any other information that might be stored in a local database</a:t>
            </a:r>
          </a:p>
          <a:p>
            <a:endParaRPr lang="en-US" dirty="0"/>
          </a:p>
          <a:p>
            <a:endParaRPr lang="en-US" dirty="0"/>
          </a:p>
          <a:p>
            <a:endParaRPr lang="en-US" dirty="0">
              <a:solidFill>
                <a:schemeClr val="tx1"/>
              </a:solidFill>
            </a:endParaRPr>
          </a:p>
        </p:txBody>
      </p:sp>
    </p:spTree>
    <p:extLst>
      <p:ext uri="{BB962C8B-B14F-4D97-AF65-F5344CB8AC3E}">
        <p14:creationId xmlns:p14="http://schemas.microsoft.com/office/powerpoint/2010/main" val="1086936040"/>
      </p:ext>
    </p:extLst>
  </p:cSld>
  <p:clrMapOvr>
    <a:overrideClrMapping bg1="dk1" tx1="lt1" bg2="dk2" tx2="lt2" accent1="accent1" accent2="accent2" accent3="accent3" accent4="accent4" accent5="accent5" accent6="accent6" hlink="hlink" folHlink="folHlink"/>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D6623-A5B3-484E-AB93-71C82EBD5244}"/>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35F9D79E-2B90-6145-B071-891EB08CE958}"/>
              </a:ext>
            </a:extLst>
          </p:cNvPr>
          <p:cNvSpPr>
            <a:spLocks noGrp="1"/>
          </p:cNvSpPr>
          <p:nvPr>
            <p:ph idx="1"/>
          </p:nvPr>
        </p:nvSpPr>
        <p:spPr/>
        <p:txBody>
          <a:bodyPr/>
          <a:lstStyle/>
          <a:p>
            <a:r>
              <a:rPr lang="en-US" dirty="0">
                <a:hlinkClick r:id="rId2"/>
              </a:rPr>
              <a:t>https://www.enukesoftware.com/blog/which-is-best-programming-language-for-healthcare-apps.html</a:t>
            </a:r>
            <a:endParaRPr lang="en-US" dirty="0"/>
          </a:p>
          <a:p>
            <a:r>
              <a:rPr lang="en-US" dirty="0">
                <a:hlinkClick r:id="rId3"/>
              </a:rPr>
              <a:t>https://www.bestcomputersciencedegrees.com/faq/what-computer-science-jobs-are-in-the-health-industry/</a:t>
            </a:r>
            <a:endParaRPr lang="en-US" dirty="0"/>
          </a:p>
          <a:p>
            <a:r>
              <a:rPr lang="en-US" dirty="0">
                <a:hlinkClick r:id="rId4"/>
              </a:rPr>
              <a:t>https://www.computersciencedegreehub.com/faq/role-healthcare-industry-computer-programmers/</a:t>
            </a:r>
            <a:endParaRPr lang="en-US" dirty="0"/>
          </a:p>
          <a:p>
            <a:endParaRPr lang="en-US" dirty="0"/>
          </a:p>
        </p:txBody>
      </p:sp>
    </p:spTree>
    <p:extLst>
      <p:ext uri="{BB962C8B-B14F-4D97-AF65-F5344CB8AC3E}">
        <p14:creationId xmlns:p14="http://schemas.microsoft.com/office/powerpoint/2010/main" val="2094234415"/>
      </p:ext>
    </p:extLst>
  </p:cSld>
  <p:clrMapOvr>
    <a:masterClrMapping/>
  </p:clrMapOvr>
  <p:transition spd="slow">
    <p:push dir="u"/>
  </p:transition>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
  <TotalTime>3905</TotalTime>
  <Words>553</Words>
  <Application>Microsoft Macintosh PowerPoint</Application>
  <PresentationFormat>Widescreen</PresentationFormat>
  <Paragraphs>30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Gill Sans MT</vt:lpstr>
      <vt:lpstr>Times New Roman</vt:lpstr>
      <vt:lpstr>Parcel</vt:lpstr>
      <vt:lpstr>How Computer Science Has impacted the healthcare system</vt:lpstr>
      <vt:lpstr>Languages used in healthcare</vt:lpstr>
      <vt:lpstr>PowerPoint Presentation</vt:lpstr>
      <vt:lpstr>Students interested working in healthcare</vt:lpstr>
      <vt:lpstr>How it has help during corona</vt:lpstr>
      <vt:lpstr>Computer science jobs in the healthcare system</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Computer Science Has impacted the healthcare system</dc:title>
  <dc:creator>Luis Enrique Ortez</dc:creator>
  <cp:lastModifiedBy>Luis Enrique Ortez</cp:lastModifiedBy>
  <cp:revision>2</cp:revision>
  <dcterms:created xsi:type="dcterms:W3CDTF">2021-10-25T00:55:48Z</dcterms:created>
  <dcterms:modified xsi:type="dcterms:W3CDTF">2021-11-30T06:15:58Z</dcterms:modified>
</cp:coreProperties>
</file>